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914400"/>
            <a:ext cx="2286000" cy="22860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731520"/>
            <a:ext cx="109728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914400"/>
            <a:ext cx="109728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3040"/>
            <a:ext cx="109728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Microsoft Business Intelligence (MSBI)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41148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Beginner's Guide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 •  Integration  •  Analysis  • 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generate huge amounts of data daily: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73736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5176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Orders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73736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👨‍💻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Details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173736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2376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8412480" cy="1188720"/>
          </a:xfrm>
          <a:prstGeom prst="rect">
            <a:avLst/>
          </a:prstGeom>
          <a:solidFill>
            <a:srgbClr val="1D4ED8">
              <a:alpha val="90000"/>
            </a:srgbClr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STORE this data?  </a:t>
            </a:r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to ANALYZE it?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Microsoft SQL Server + MSBI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109728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used to STORE company data in a structured database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Operations: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788920"/>
            <a:ext cx="18288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7889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2788920"/>
            <a:ext cx="182880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7889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182880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832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3383280"/>
            <a:ext cx="18288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33832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Examples: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55448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6276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Bank transaction records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267712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34086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E-commerce order history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980944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30540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👨‍💻  Employee information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694176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7673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Hospital patient data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Main Job → Store &amp; Manage Data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0080"/>
          </a:solidFill>
          <a:ln w="12700">
            <a:solidFill>
              <a:srgbClr val="4A0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Business Intelligence (MSBI)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database data → Create reports → Make business decisions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51760" cy="2926080"/>
          </a:xfrm>
          <a:prstGeom prst="rect">
            <a:avLst/>
          </a:prstGeom>
          <a:solidFill>
            <a:srgbClr val="0891B2">
              <a:alpha val="85000"/>
            </a:srgbClr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265176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Integration Services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931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 &amp; ETL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2651760" cy="2926080"/>
          </a:xfrm>
          <a:prstGeom prst="rect">
            <a:avLst/>
          </a:prstGeom>
          <a:solidFill>
            <a:srgbClr val="7C3AED">
              <a:alpha val="85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691640"/>
            <a:ext cx="2651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2331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0040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0" y="3383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Analysis Services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3931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2651760" cy="2926080"/>
          </a:xfrm>
          <a:prstGeom prst="rect">
            <a:avLst/>
          </a:prstGeom>
          <a:solidFill>
            <a:srgbClr val="059669">
              <a:alpha val="85000"/>
            </a:srgbClr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691640"/>
            <a:ext cx="265176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35040" y="2331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03504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35040" y="3383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Reporting Services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0" y="3931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MSBI = SSIS + SSAS + SSRS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SSIS — SQL Server Integration Services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Job: Collect &amp; Move data from different sources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46888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642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450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from source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369A1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108960" y="1645920"/>
            <a:ext cx="246888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08960" y="16642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108960" y="2084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2450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modify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369A1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852160" y="1645920"/>
            <a:ext cx="2468880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0" y="16642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852160" y="2084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52160" y="2450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destination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Examples: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841248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5643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 →  SQL Server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904488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93192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→  Excel File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379976"/>
            <a:ext cx="841248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40740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→  CSV File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SSAS — SQL Server Analysis Services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Job: Deep data analysis for business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517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26517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sales performance across products and regions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600200"/>
            <a:ext cx="26517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600200"/>
            <a:ext cx="265176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246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and predict future market behavior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26517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600200"/>
            <a:ext cx="2651760" cy="457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3504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3246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customers interact with business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05072"/>
            <a:ext cx="2743200" cy="3657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🧊  OLAP Cubes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0" y="40690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analyze large volumes of data very fast!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SSRS — SQL Server Reporting Services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Job: Create visual reports from database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6517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4592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47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Table Reports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645920"/>
            <a:ext cx="26517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64592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847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Matrix Reports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26517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64592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847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Bar Charts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26517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9748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986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🥧  Pie Charts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2697480"/>
            <a:ext cx="26517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269748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8986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Line Graphs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2697480"/>
            <a:ext cx="26517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69748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8986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Dashboards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SSRS makes data easy to UNDERSTAND for everyone in the company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SSRS File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Definition Language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Used in Web Applications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Deployed on Report Server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High 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for Enterprise Use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402336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887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RDLC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Definition Language (Client)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Used in Windows Applications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Runs Locally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Export to Excel / PDF / Word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for Desktop Apps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SSRS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09728" cy="1508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Report Scheduling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daily sales reports via email on schedule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109728" cy="1508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533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Math Functions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SUM, AVG, COUNT functions for calculations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10972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449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Custom Code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C# code to create custom methods &amp; functions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80360"/>
            <a:ext cx="109728" cy="1508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449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Chart Types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4747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Pie, Line charts — visualize data beautifully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SQL Server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0" y="117043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Stores &amp; Manages all company data in a database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MSBI Tools: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2423160"/>
            <a:ext cx="8595360" cy="621792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23160"/>
            <a:ext cx="109728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42316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48716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 &amp; ETL — Move data between sources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172968"/>
            <a:ext cx="8595360" cy="62179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172968"/>
            <a:ext cx="109728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172968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236976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— Deep insights &amp; business strategy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922776"/>
            <a:ext cx="8595360" cy="621792"/>
          </a:xfrm>
          <a:prstGeom prst="rect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922776"/>
            <a:ext cx="1097280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22776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986784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Create visual reports &amp; dashboards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use these tools to make DATA-BASED business decisions! 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SQL Server &amp; MSBI</dc:title>
  <dc:subject>PptxGenJS Presentation</dc:subject>
  <dc:creator>PptxGenJS</dc:creator>
  <cp:lastModifiedBy>PptxGenJS</cp:lastModifiedBy>
  <cp:revision>1</cp:revision>
  <dcterms:created xsi:type="dcterms:W3CDTF">2026-04-14T06:05:34Z</dcterms:created>
  <dcterms:modified xsi:type="dcterms:W3CDTF">2026-04-14T06:05:34Z</dcterms:modified>
</cp:coreProperties>
</file>